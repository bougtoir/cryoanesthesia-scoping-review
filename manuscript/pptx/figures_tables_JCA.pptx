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Journal of Clinical Anesthesia — Figures &amp;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6B77"/>
                </a:solidFill>
              </a:rPr>
              <a:t>Ice age for anesthesia:
a scoping review of cryoanalgesia as patient safety insurance
against local anesthetic shortages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A Scoping Review
Journal of Clinical Anesthesia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1. PRISMA-ScR Flow Diagram</a:t>
            </a:r>
          </a:p>
        </p:txBody>
      </p:sp>
      <p:pic>
        <p:nvPicPr>
          <p:cNvPr id="3" name="Picture 2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1. Study selection process: 1247 → 134 → 47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2. Evidence Map</a:t>
            </a:r>
          </a:p>
        </p:txBody>
      </p:sp>
      <p:pic>
        <p:nvPicPr>
          <p:cNvPr id="3" name="Picture 2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2. Cryoanalgesic modalities vs local anesthetic comparators by clinical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1. Summary of Included Studies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cryoanalgesic modalities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readiness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Dental/oral procedures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Ice, ethyl chloride spray, cooled LA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Vascular access procedures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Thoracic surgery/chest wall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Cryoprobe, percutaneous cryoneurolysis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Orthopedic surgery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Dermatologic procedures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 packs, cryogel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2. Clinical Preparedness Protocol: A Patient Safety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Shortage severity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impact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response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Cost/procedure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1: Mild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(Some formulations limited)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Minor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increased discomfort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(dental)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Vapocoolant (venipuncture)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 RCTs + 3 SRs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 RCTs (adults)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Nil (ice)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Spray canister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~$0.50–$2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2: Moderate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(Multiple agents unavailable)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substitution errors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 (dermatology)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 RCTs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 RCTs (MA)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Cryoprobe + training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~$50–$200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3: Severe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(Injectable LA unavailable)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Major surgical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opioid dependence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fractures, TKA)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 landmark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 pilot RCTs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Device + 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 training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~$200–$500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4: Complete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(All LA supply exhausted)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Emergency/disaster-level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care disruption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All available cryotherapy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Tiered per above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Expert opinion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Extrapolation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only (minimum)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3. Clinical Scenarios: Preventing Patient Harm During Shortages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threat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approach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(unavailable)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contingency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outcome</a:t>
                      </a:r>
                    </a:p>
                  </a:txBody>
                  <a:tcPr anchor="ctr">
                    <a:solidFill>
                      <a:srgbClr val="006B77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 dept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Uncontrolled pain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respiratory complications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nerve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bupivacaine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US-guided percutaneous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ropivacaine ICB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Pain control maintained;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complications prevented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Dental clinic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(routine procedures)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delayed treatment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Topical benzocaine or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lidocaine gel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application to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oral mucosa (2 min)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 RCTs + 3 SRs: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non-inferior to topical LA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Continuity of care;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zero cost; immediate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Surgical theater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(elective TKA)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functional decline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Adductor canal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ropivacaine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Preoperative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Swisher 2022,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Pilot data only;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research priority</a:t>
                      </a:r>
                    </a:p>
                  </a:txBody>
                  <a:tcPr anchor="t">
                    <a:solidFill>
                      <a:srgbClr val="E8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