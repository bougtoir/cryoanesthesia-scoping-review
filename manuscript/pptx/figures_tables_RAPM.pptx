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Are we prepared for local anaesthetic shortages?</a:t>
            </a:r>
          </a:p>
          <a:p>
            <a:pPr algn="ctr">
              <a:defRPr sz="1800">
                <a:solidFill>
                  <a:srgbClr val="FFCCCC"/>
                </a:solidFill>
              </a:defRPr>
            </a:pPr>
            <a:r>
              <a:t>Cryoanalgesia as a drug-free contingency: a scoping review</a:t>
            </a:r>
            <a:br/>
            <a:br/>
            <a:r>
              <a:t>Regional Anesthesia &amp; Pain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Figure 1. PRISMA-ScR Flow Diagram</a:t>
            </a:r>
          </a:p>
        </p:txBody>
      </p:sp>
      <p:pic>
        <p:nvPicPr>
          <p:cNvPr id="4" name="Picture 3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Figure 2. Evidence Map</a:t>
            </a:r>
          </a:p>
        </p:txBody>
      </p:sp>
      <p:pic>
        <p:nvPicPr>
          <p:cNvPr id="4" name="Picture 3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1. Summary of Included Studies by Clinical Domain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52251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Modalities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Dental/oral procedures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Ice, ethyl chloride spray, cooled LA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Vascular access procedures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Thoracic surgery/chest wall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Cryoprobe, percutaneous cryoneurolysis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Orthopaedic surgery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Dermatological procedures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 packs, cryogel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2. Clinical Preparedness Protocol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Shortage Stage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Clinical Application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Cost/procedure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Stage 1: Mild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(some formulations limited)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Dental pre-injection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Adult venepuncture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(2 min)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11 RCTs + 3 SRs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25 RCTs (adults)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Spray canister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~$0.50–$2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Stage 2: Moderate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(multiple agents unavailable)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Dermatological procedures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Post-thoracotomy analgesia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cryoneurolysis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3 RCTs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24 RCTs (MA)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Cryoprobe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~$50–$200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Stage 3: Severe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(injectable LA unavailable)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Rib fracture analgesia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Post-TKA analgesia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 RCT vs ropivacaine ICB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2 pilot RCTs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 device + US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 device + US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~$200–$500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~$200–$500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Stage 4: Complete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(all LA supply exhausted)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Emergency protocol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amenable procedures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+ available cryo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Tiered per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Expert opinion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As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only (minimum)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3. Clinical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430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143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Approach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 Alternative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Considerations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Emergency Dept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Rib fractures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Bupivacaine unavailable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Intercostal nerve block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ESP block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US-guided percutaneous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Weeks of analgesia vs hours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Requires cryo device + US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Orthopaedic Theatre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Elective TKA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Ropivacaine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Adductor canal block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Femoral nerve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Preop cryoneurolysis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(IBSN)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Swisher 2022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Pilot data only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 ACB comparison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Research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Dental Clinic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Routine restoration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Lidocaine rationed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Topical benzocaine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or lidocaine gel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application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(2 min to mucosa)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7 RCTs + 3 SRs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Non-inferior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Immediate implementation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Zero cost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acceptance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Table 4. Key Cryoneurolysis vs LA Regional Techniques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430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293"/>
                <a:gridCol w="1663293"/>
                <a:gridCol w="1663293"/>
                <a:gridCol w="1663293"/>
                <a:gridCol w="1663293"/>
                <a:gridCol w="1663293"/>
                <a:gridCol w="1663297"/>
              </a:tblGrid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 Modality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Comparator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Finneran 2025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~60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Rib fractures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US-guided cryoneurolysis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Ropivacaine ICB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DIRECT comparison with LA block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trial (protocol)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Pectus (Nuss)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Thoracic epidural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Rare LA neuraxial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Park 2021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SR/MA (24 RCTs)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~2000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Thoracotomy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cryoanalgesia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Opioids only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 LA block comparator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Swisher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Pilot RCT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US cryoneurolysis (IBSN)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Sham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 nerve block comparator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~100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Preop cryoneurolysis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Sham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 ACB comparator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