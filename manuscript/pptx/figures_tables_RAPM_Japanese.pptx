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Regional Anesthesia &amp; Pain Medicine — 日本語版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B0000"/>
                </a:solidFill>
              </a:rPr>
              <a:t>局所麻酔薬不足に備えられているか？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33333"/>
                </a:solidFill>
              </a:rPr>
              <a:t>クライオアナルジェシア：薬剤不要の代替手段としてのスコーピングレビュー
Regional Anesthesia &amp; Pain Medicine（日本語版）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図1. PRISMA-ScRフローダイアグラム</a:t>
            </a:r>
          </a:p>
        </p:txBody>
      </p:sp>
      <p:pic>
        <p:nvPicPr>
          <p:cNvPr id="3" name="Picture 2" descr="figure1_prism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333333"/>
                </a:solidFill>
              </a:rPr>
              <a:t>図1. 研究選択プロセス：1247件→134件→47件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図2. エビデンスマップ</a:t>
            </a:r>
          </a:p>
        </p:txBody>
      </p:sp>
      <p:pic>
        <p:nvPicPr>
          <p:cNvPr id="3" name="Picture 2" descr="figure2_eviden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333333"/>
                </a:solidFill>
              </a:rPr>
              <a:t>図2. 臨床領域別のクライオアナルジェシア手法 vs 局所麻酔薬比較対照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表1. 臨床領域別の組み入れ研究の要約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3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臨床領域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RCT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SR/MA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コホート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症例集積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主なクライオアナルジェシア手法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歯科・口腔処置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氷、エチルクロライドスプレー、冷却LA溶液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血管アクセス処置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ヴァポクーラントスプレー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胸部外科・胸壁外傷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クライオプローブ、経皮的クライオニューロリシス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整形外科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経皮的クライオニューロリシス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皮膚科処置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アイスパック、クライオジェル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表2. 局所麻酔薬不足時の臨床準備プロトコル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不足段階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臨床適用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モダリティ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エビデンス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機材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コスト/処置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1: 軽度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（一部製剤制限）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歯科注射前鎮痛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成人静脈穿刺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氷（2分）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ヴァポクーラントスプレー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RCT 11件+SR 3件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RCT 25件（成人）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氷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スプレー缶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〜$0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〜$0.50–$2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2: 中等度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（複数製剤不足）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皮膚科処置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胸部術後鎮痛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アイスパック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肋間クライオニューロリシス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RCT 3件：EMLAと同等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RCT 24件（MA）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アイスパック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クライオプローブ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〜$0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〜$50–$200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3: 重度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（注射用LA不足）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肋骨骨折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TKA後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小手術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経皮的クライオニューロリシス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同上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氷/ヴァポクーラント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RCT 1件（vs ICB）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パイロットRCT 2件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直接エビデンスなし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デバイス+超音波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同上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氷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〜$200–$500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同上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〜$0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4: 完全途絶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（全LA枯渇）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緊急/災害プロトコル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全処置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氷+利用可能な全手段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段階的対応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専門家意見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上記参照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氷のみ（最低限）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全機材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可変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表3. 臨床シナリオ：あなたならどうするか？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シナリオ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臨床状況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従来のアプローチ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クライオアナルジェシア代替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エビデンス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考慮事項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救急外来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多発肋骨骨折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疼痛8/10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ブピバカイン入手不能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肋間神経ブロック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（ブピバカイン/ロピバカイン）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USガイド下経皮的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クライオニューロリシス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Finneran 2025 RCT: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vs ロピバカインICB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数週間の鎮痛 vs 数時間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デバイス+US必要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整形外科手術室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TKA予定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内転筋管ブロック予定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ロピバカイン入手不能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内転筋管ブロック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大腿神経ブロック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術前クライオニューロリシス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（伏在神経膝蓋下枝）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Swisher 2022,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Radnovich 2021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パイロットデータのみ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直接比較なし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研究優先課題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歯科クリニック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修復処置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リドカイン配給制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トピカルベンゾカイン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またはリドカインジェル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口腔粘膜への氷適用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（2分間）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RCT 7件+SR 3件: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トピカルLAに非劣性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即時実施可能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コストゼロ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機材不要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表4. クライオニューロリシス vs LA区域麻酔手技の主要研究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293"/>
                <a:gridCol w="1663293"/>
                <a:gridCol w="1663293"/>
                <a:gridCol w="1663293"/>
                <a:gridCol w="1663293"/>
                <a:gridCol w="1663293"/>
                <a:gridCol w="1663297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研究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デザイン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領域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クライオ手法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比較対照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主要な知見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Finneran 2025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RCT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〜60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肋骨骨折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USガイド下経皮的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クライオニューロリシス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単回ロピバカインICB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直接比較；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詳細解析待ち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ICE試験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（プロトコル）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RCT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（プロトコル）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計画中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漏斗胸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（Nuss手術）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肋間クライオアブレーション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胸部硬膜外鎮痛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LAベース脊髄幹技法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との希少な直接比較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Park 2021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SR/MA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（24 RCT）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〜2000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胸部切開術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肋間クライオアナルジェシア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オピオイド±標準ケア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クライオ+オピオイド＞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オピオイド単独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Swisher 2022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パイロット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RCT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TKA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USガイド下クライオ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（IBSN）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シャム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疼痛/オピオイド低下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神経ブロック比較なし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Radnovich 2021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RCT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〜100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TKA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術前クライオ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ニューロリシス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シャム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疼痛/オピオイド減少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内転筋管ブロック比較なし</a:t>
                      </a:r>
                    </a:p>
                  </a:txBody>
                  <a:tcPr anchor="t">
                    <a:solidFill>
                      <a:srgbClr val="FFEBEB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Cha 2021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SR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（23研究）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570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胸壁痛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肋間クライオ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ニューロリシス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各種（主にオピオイド）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オピオイド使用減少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LAブロック比較なし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