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BMJ Quality &amp; Safety — 図表（日本語版）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6B6B"/>
                </a:solidFill>
              </a:rPr>
              <a:t>患者安全戦略としての薬剤不要局所麻酔：
医薬品サプライチェーン途絶時における
クライオアナルジェシアのエビデンスマッピング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33333"/>
                </a:solidFill>
              </a:rPr>
              <a:t>スコーピングレビュー
BMJ Quality &amp;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図1. PRISMA-ScR フロー図</a:t>
            </a:r>
          </a:p>
        </p:txBody>
      </p:sp>
      <p:pic>
        <p:nvPicPr>
          <p:cNvPr id="3" name="Picture 2" descr="figure1_prism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図1. 研究選択プロセス：1247件 → 134件 → 47研究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図2. エビデンスマップ</a:t>
            </a:r>
          </a:p>
        </p:txBody>
      </p:sp>
      <p:pic>
        <p:nvPicPr>
          <p:cNvPr id="3" name="Picture 2" descr="figure2_evid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図2. 臨床領域別：クライオアナルジェシア法 vs 局所麻酔薬比較対象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表1. 臨床領域別の組み入れ研究の要約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臨床領域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コホート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ケースシリーズ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主なクライオアナルジェシア法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実装準備状況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歯科・口腔処置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氷、塩化エチルスプレー、冷却LA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血管穿刺処置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冷却スプレー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胸部外科/胸壁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クライオプローブ、パーカタネオス・クライオニューロリシス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整形外科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パーカタネオス・クライオニューロリシス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皮膚科処置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アイスパック、クライオジェル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表2. 臨床準備プロトコル：患者安全フレームワーク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不足の深刻度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患者安全への影響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クライオアナルジェシア対応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エビデンス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実装要件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コスト/処置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第1段階：軽度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（一部製剤制限）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軽微な遅延；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不快感増大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氷（歯科）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冷却スプレー（静脈穿刺）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11 RCT + 3 SR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 RCT（成人）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不要（氷）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スプレー缶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～$0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～$0.50–$2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第2段階：中等度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（複数薬剤利用不可）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処置中止；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代替薬切替過誤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アイスパック（皮膚科）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肋間クライオニューロリシス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 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 RCT（MA）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アイスパック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クライオプローブ＋訓練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～$0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～$50–$200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第3段階：重度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（注射用LA利用不可）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大手術の延期；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オピオイド依存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パーカタネオス・クライオニューロリシス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（肋骨骨折、TKA）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 画期的RCT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 パイロットRCT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デバイス＋超音波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＋訓練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～$200–$500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第4段階：完全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（全LA供給枯渇）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救急/災害レベルの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ケア途絶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利用可能な全クライオセラピー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上記段階に従い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専門家意見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外挿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氷のみ（最低限）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可変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表3. 臨床シナリオ：不足時の患者への害の予防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臨床場面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患者安全上の脅威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従来のアプローチ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（利用不可）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クライオアナルジェシア対応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エビデンス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患者安全アウトカム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救急部門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（肋骨骨折）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制御不能の疼痛→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呼吸器合併症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ブピバカインによる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肋間神経ブロック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超音波ガイド下パーカタネオス・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クライオニューロリシス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Finneran 2025 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vs ロピバカインICB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疼痛コントロール維持；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合併症予防の可能性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歯科クリニック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（日常処置）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処置中止→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治療遅延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ベンゾカインまたは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リドカインジェル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口腔粘膜への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氷（2分間）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 RCT + 3 SR: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局所LAに非劣性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ケアの継続性；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コストゼロ；即時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手術室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（待機的TKA）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手術中止→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機能低下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ロピバカインによる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内転筋管ブロック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術前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クライオニューロリシス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Swisher 2022,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Radnovich 2021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パイロットデータのみ；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研究優先事項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表4. 患者安全影響評価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293"/>
                <a:gridCol w="1663293"/>
                <a:gridCol w="1663293"/>
                <a:gridCol w="1663293"/>
                <a:gridCol w="1663293"/>
                <a:gridCol w="1663293"/>
                <a:gridCol w="1663297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領域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影響を受ける処置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患者安全リスク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クライオ代替手段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エビデンス強度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準備状況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コスト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歯科・口腔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（14研究）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注射、修復、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抜歯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中止；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不十分な鎮痛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氷（2分間）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塩化エチルスプレー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強い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（11 RCT、3 SR）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即時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血管穿刺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（12研究）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静脈穿刺、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IVカニュレーション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患者の疼痛；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針恐怖症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冷却スプレー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（成人のみ）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強い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（25 RCT、4 SR）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即時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&lt;$2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胸部外科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（11研究）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開胸術後；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肋骨骨折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オピオイド依存；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呼吸器合併症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肋間クライオニューロリシス；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パーカタネオス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中等度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（MA中24 RCT）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デバイス＋訓練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$50–$500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整形外科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（6研究）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TKA鎮痛；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膝OA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手術中止；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オピオイド依存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パーカタネオス・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クライオニューロリシス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萌芽的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（パイロットRCT）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研究優先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$200–$500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皮膚科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（4研究）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レーザー、小手術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不快感；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処置回避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アイスパック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クライオジェル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中等度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（3 RCT）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即時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